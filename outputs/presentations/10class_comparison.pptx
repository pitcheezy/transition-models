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10-Class Pitch Outcome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6개 모델 아키텍처 × 10-class 분류 성능 비교</a:t>
            </a:r>
          </a:p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MLB Statcast 2022-2024 (3시즌, ~149만 투구)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SmartPitch MDP Transition Probability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6개 모델 10-Class 성능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447.5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188720"/>
                <a:gridCol w="1188720"/>
                <a:gridCol w="1188720"/>
                <a:gridCol w="914400"/>
                <a:gridCol w="329184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Input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Top-1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Top-3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MDP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1.614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13.0%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48.1%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2.087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역collapse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MLP (77d)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1.470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67.6%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0.926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MDP 최선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66.9%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0.873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67.2%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0.868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빨강 배경 = collapse (다수 클래스만 예측)  |  초록 배경 = MDP 호환 최선 모델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77-dim i.i.d. 모델의 Collapse 현상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10개 클래스 분포 (불균형):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  41.1%  ← 다수 클래스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Ball    33.4%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FieldOut 11.9%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Strikeout 5.9%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Single   3.7%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Walk     2.2%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Double   1.1%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HomeRun  0.8%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HBP      0.3%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Triple   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18872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618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맑은 고딕"/>
              </a:rPr>
              <a:t>Class balancing 미적용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916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LR/MLP → Strike만 예측 (41.1%)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Macro-F1 = 0.06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88036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29535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7E22"/>
                </a:solidFill>
                <a:latin typeface="맑은 고딕"/>
              </a:rPr>
              <a:t>Class balancing 과적용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3832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LightGBM → 전 클래스 균등 (13.0%)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inverse-freq 과보정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57200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46451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  <a:latin typeface="맑은 고딕"/>
              </a:rPr>
              <a:t>해결: Context 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7492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Arsenal 52d → 41.1% → 67.6%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+26.5pp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맑은 고딕"/>
              </a:rPr>
              <a:t>핵심: feature 부족이 원인 — class balancing, Focal Loss 등 기법으로는 해결 불가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Top-1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83.7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19.5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16.6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81.2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빨강 = 0% (해당 클래스 예측 불가)  |  초록 = 유의미한 예측 성능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Top-4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37.4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36.5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27.5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18.1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15.6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98.2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Overall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66.0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Top-4: 예측 확률 상위 4개 안에 정답 포함 비율  |  LR/MLP 77d Overall 92% = 고빈도 4클래스에 의한 착시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Top-4 Precision: Per-class 분석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02" y="1005840"/>
            <a:ext cx="714929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6188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67E22"/>
                </a:solidFill>
                <a:latin typeface="맑은 고딕"/>
              </a:rPr>
              <a:t>MLP 135d (i.i.d., MDP 호환): Walk 98%, Single 89% → Transformer와 Top-4 동등 (98.0%)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10-Class 비교에서 배운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  <a:latin typeface="맑은 고딕"/>
              </a:rPr>
              <a:t>① 77-dim collapse는 feature 부족이 원인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어떤 class balancing 기법도 (Focal Loss, sqrt-weight, inverse-freq)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feature가 부족하면 해결 불가 — 41.1%에서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② Arsenal 52d 추가로 +26.5pp 돌파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투수 repertoire 통계를 정적 feature로 추가 →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77d 41.1% → 135d 67.6% (Sequence 모델과 동등)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③ MDP 호환성 유지하며 Transformer 수준 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MLP 135d: i.i.d. 입력, MDP state로 사용 가능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RNN/Transformer: sequence 의존 → MDP 비호환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