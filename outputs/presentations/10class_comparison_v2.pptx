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10-Class Pitch Outcome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6개 모델 아키텍처 × 10-class 분류 성능 비교</a:t>
            </a:r>
          </a:p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MLB Statcast 2022-2024 (3시즌, ~149만 투구)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SmartPitch MDP Transition Probability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6개 모델 10-Class 성능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447.5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188720"/>
                <a:gridCol w="1188720"/>
                <a:gridCol w="1188720"/>
                <a:gridCol w="914400"/>
                <a:gridCol w="329184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Input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Top-1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Top-3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MDP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1.614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LightGBM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13.0%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48.1%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2.087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역collapse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MLP (77d)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1.470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67.6%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94.8%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0.926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MDP 최선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66.9%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0.873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67.2%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0.868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빨강 배경 = collapse (다수 클래스만 예측)  |  초록 배경 = MDP 호환 최선 모델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77-dim i.i.d. 모델의 Collapse 현상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10개 클래스 분포 (불균형):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    41.11%  ← 다수 클래스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Ball      33.31%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FieldOut  11.75%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Strikeout  5.89%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Single     3.64%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Walk       2.04%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Double     1.09%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HomeRun    0.81%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HBP        0.28%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Triple     0.09%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18872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618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맑은 고딕"/>
              </a:rPr>
              <a:t>Class balancing 미적용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69164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LR/MLP → Strike만 예측 (41.1%)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Macro-F1 = 0.06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288036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295351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67E22"/>
                </a:solidFill>
                <a:latin typeface="맑은 고딕"/>
              </a:rPr>
              <a:t>Class balancing 과적용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38328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LightGBM → 전 클래스 균등 (13.0%)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inverse-freq 과보정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57200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464515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7AE60"/>
                </a:solidFill>
                <a:latin typeface="맑은 고딕"/>
              </a:rPr>
              <a:t>해결: Context 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507492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Context 58d → 41.1% → 67.6%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+26.5pp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맑은 고딕"/>
              </a:rPr>
              <a:t>핵심: feature 부족이 원인 — class balancing, Focal Loss 등 기법으로는 해결 불가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Top-1 Accuracy - i.i.d. 모델 (LR / LGB / MLP 77d)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3767.5" y="1005840"/>
          <a:ext cx="104241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2587752"/>
                <a:gridCol w="2587752"/>
                <a:gridCol w="259689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33.31%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41.11%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11.75%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5.89%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2.04%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LR/MLP 77d: Strike만 예측  |  LGB: 전 클래스 균등하게 낮음  |  빨강 = 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Top-1 Accuracy — Context &amp; Sequence 모델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3767.5" y="1005840"/>
          <a:ext cx="104241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2587752"/>
                <a:gridCol w="2587752"/>
                <a:gridCol w="259689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33.31%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88.4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87.6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41.11%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83.7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82.8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11.75%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7.3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8.7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5.89%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19.5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16.6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17.3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2.04%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85.9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81.2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85.6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2.9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10.9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17.2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빨강 = 0%  |  주황 = 유의미  |  초록 = 80%+  |  Triple/Double/HR은 세 모델 모두 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Top-4 Accuracy - i.i.d. 모델 (LR / LGB / MLP 77d)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3767.5" y="1005840"/>
          <a:ext cx="104241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2587752"/>
                <a:gridCol w="2587752"/>
                <a:gridCol w="2596896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33.31%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70.6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41.11%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70.4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47.8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28.5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20.5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11.75%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5.89%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54.3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2.04%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Overall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92.1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66.0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92.1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LR/MLP 77d Overall 92% = Ball·Strike·FieldOut·Strikeout 4클래스 착시  |  LGB Overall 66%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Top-4 Accuracy — Context &amp; Sequence 모델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83767.5" y="1005840"/>
          <a:ext cx="1042416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05840"/>
                <a:gridCol w="2587752"/>
                <a:gridCol w="2587752"/>
                <a:gridCol w="2596896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33.31%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99.4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41.11%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88.9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90.1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89.6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37.4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36.5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27.5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18.1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10.4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15.6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11.75%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5.89%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100.0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99.9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2.04%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98.2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99.0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95.3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C3E50"/>
                          </a:solidFill>
                          <a:latin typeface="맑은 고딕"/>
                        </a:rPr>
                        <a:t>92.2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Overall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MLP 135d: Walk 98.2%, Single 88.9%, HBP 95.3%  →  Transformer와 Top-4 동등 (98.0%)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Top-4 Precision: Per-class 분석</a:t>
            </a:r>
          </a:p>
        </p:txBody>
      </p:sp>
      <p:pic>
        <p:nvPicPr>
          <p:cNvPr id="4" name="Picture 3" descr="fig4_top4_prec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02" y="1005840"/>
            <a:ext cx="714929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61888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67E22"/>
                </a:solidFill>
                <a:latin typeface="맑은 고딕"/>
              </a:rPr>
              <a:t>MLP 135d (i.i.d., MDP 호환): Walk 98%, Single 89% → Transformer와 Top-4 동등 (98.0%)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핵심 발견: 10-Class 비교에서 배운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4C3C"/>
                </a:solidFill>
                <a:latin typeface="맑은 고딕"/>
              </a:rPr>
              <a:t>① 77-dim collapse는 feature 부족이 원인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어떤 class balancing 기법도 (Focal Loss, sqrt-weight, inverse-freq)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feature가 부족하면 해결 불가 — 41.1%에서 정체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맑은 고딕"/>
              </a:rPr>
              <a:t>② Context 58d 추가로 +26.5pp 돌파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투수 repertoire 통계를 정적 feature로 추가 →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77d 41.1% → 135d 67.6% (Sequence 모델과 동등)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80B9"/>
                </a:solidFill>
                <a:latin typeface="맑은 고딕"/>
              </a:rPr>
              <a:t>③ MDP 호환성 유지하며 Transformer 수준 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578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MLP 135d: i.i.d. 입력, MDP state로 사용 가능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RNN/Transformer: sequence 의존 → MDP 비호환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